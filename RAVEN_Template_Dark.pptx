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Section divider. Full crimson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Agenda with crimson number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Text + image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KPI grid, alternating crimson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Timeline. Current phase filled crimson, later phases carry crimson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Six-card grid, each card marked with a crimson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Table + emphasis card. Crimson total row and crimson call-out.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Two-panel with crimson step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Process steps with crimson number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Team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Comparison. Crimson header marks the recommended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Quote in a tinted panel with a crimson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Full-bleed image, caption band with a crimson top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Closing /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Annotated system diagram. Numbered callouts flanking a platform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Bar chart. Only the result that matters is crimson; the rest recede.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Big statement. Use once per deck, for the line you want remembered.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Partner wall, tiered. Only the lead slot carries the crimson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type: Horizontal mission track. Crimson marks the phase under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66928"/>
            <a:ext cx="3030687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2057400"/>
            <a:ext cx="2665476" cy="292608"/>
          </a:xfrm>
          <a:prstGeom prst="roundRect">
            <a:avLst>
              <a:gd name="adj" fmla="val 9375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2057400"/>
            <a:ext cx="2665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80" kern="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PRESENTATION TITLE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94360" y="2560320"/>
            <a:ext cx="68580" cy="14173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968" y="25146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Headline goes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across two lines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86968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Subtitle or context line for the audience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86968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DTU RAVEN  ·  DTU Skylab  ·  Date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914400"/>
            <a:ext cx="5166360" cy="5029200"/>
          </a:xfrm>
          <a:prstGeom prst="roundRect">
            <a:avLst>
              <a:gd name="adj" fmla="val 909"/>
            </a:avLst>
          </a:prstGeom>
          <a:solidFill>
            <a:srgbClr val="191515"/>
          </a:solidFill>
          <a:ln w="12700">
            <a:solidFill>
              <a:srgbClr val="322828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583680" y="30175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5F5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IMAGE PLACEHOLDER</a:t>
            </a:r>
            <a:endParaRPr lang="en-US" sz="9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Hero image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240280"/>
            <a:ext cx="2103120" cy="2103120"/>
          </a:xfrm>
          <a:prstGeom prst="roundRect">
            <a:avLst>
              <a:gd name="adj" fmla="val 2174"/>
            </a:avLst>
          </a:prstGeom>
          <a:solidFill>
            <a:srgbClr val="990000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01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2004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Section title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One line describing what this section covers</a:t>
            </a:r>
            <a:endParaRPr lang="en-US" sz="1400" dirty="0"/>
          </a:p>
        </p:txBody>
      </p:sp>
      <p:pic>
        <p:nvPicPr>
          <p:cNvPr id="6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What we'll cover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828800"/>
            <a:ext cx="9601200" cy="658368"/>
          </a:xfrm>
          <a:prstGeom prst="roundRect">
            <a:avLst>
              <a:gd name="adj" fmla="val 6944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" y="1956816"/>
            <a:ext cx="402336" cy="402336"/>
          </a:xfrm>
          <a:prstGeom prst="roundRect">
            <a:avLst>
              <a:gd name="adj" fmla="val 6818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17320" y="182880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Who we are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360" y="2606040"/>
            <a:ext cx="9601200" cy="658368"/>
          </a:xfrm>
          <a:prstGeom prst="roundRect">
            <a:avLst>
              <a:gd name="adj" fmla="val 6944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2734056"/>
            <a:ext cx="402336" cy="402336"/>
          </a:xfrm>
          <a:prstGeom prst="roundRect">
            <a:avLst>
              <a:gd name="adj" fmla="val 6818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17320" y="26060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Track record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4360" y="3383280"/>
            <a:ext cx="9601200" cy="658368"/>
          </a:xfrm>
          <a:prstGeom prst="roundRect">
            <a:avLst>
              <a:gd name="adj" fmla="val 6944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3511296"/>
            <a:ext cx="402336" cy="402336"/>
          </a:xfrm>
          <a:prstGeom prst="roundRect">
            <a:avLst>
              <a:gd name="adj" fmla="val 6818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5528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17320" y="33832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Current projects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94360" y="4160520"/>
            <a:ext cx="9601200" cy="658368"/>
          </a:xfrm>
          <a:prstGeom prst="roundRect">
            <a:avLst>
              <a:gd name="adj" fmla="val 6944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5528" y="4288536"/>
            <a:ext cx="402336" cy="402336"/>
          </a:xfrm>
          <a:prstGeom prst="roundRect">
            <a:avLst>
              <a:gd name="adj" fmla="val 6818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528" y="4288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17320" y="416052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Where we're going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4360" y="4937760"/>
            <a:ext cx="9601200" cy="658368"/>
          </a:xfrm>
          <a:prstGeom prst="roundRect">
            <a:avLst>
              <a:gd name="adj" fmla="val 6944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5528" y="5065776"/>
            <a:ext cx="402336" cy="402336"/>
          </a:xfrm>
          <a:prstGeom prst="roundRect">
            <a:avLst>
              <a:gd name="adj" fmla="val 6818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5528" y="5065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417320" y="493776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The ask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CONTENT SLIDE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A claim, then supporting detail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783080"/>
            <a:ext cx="5577840" cy="1600200"/>
          </a:xfrm>
          <a:prstGeom prst="roundRect">
            <a:avLst>
              <a:gd name="adj" fmla="val 2857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73152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2402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Open with the point you want remembered, then two or three sentences of supporting detail.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Supporting point one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Supporting point two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Supporting point three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166360" cy="4023360"/>
          </a:xfrm>
          <a:prstGeom prst="roundRect">
            <a:avLst>
              <a:gd name="adj" fmla="val 1136"/>
            </a:avLst>
          </a:prstGeom>
          <a:solidFill>
            <a:srgbClr val="191515"/>
          </a:solidFill>
          <a:ln w="12700">
            <a:solidFill>
              <a:srgbClr val="322828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6583680" y="33832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5F5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IMAGE PLACEHOLDER</a:t>
            </a:r>
            <a:endParaRPr lang="en-US" sz="9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Supporting image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Key metrics at a glance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828800"/>
            <a:ext cx="2571750" cy="2011680"/>
          </a:xfrm>
          <a:prstGeom prst="roundRect">
            <a:avLst>
              <a:gd name="adj" fmla="val 2273"/>
            </a:avLst>
          </a:prstGeom>
          <a:solidFill>
            <a:srgbClr val="990000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2057400"/>
            <a:ext cx="21694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24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95528" y="2834640"/>
            <a:ext cx="21694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Metric label one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94710" y="1828800"/>
            <a:ext cx="2571750" cy="2011680"/>
          </a:xfrm>
          <a:prstGeom prst="roundRect">
            <a:avLst>
              <a:gd name="adj" fmla="val 2273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95878" y="2057400"/>
            <a:ext cx="64008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95878" y="2240280"/>
            <a:ext cx="21694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1st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595878" y="3017520"/>
            <a:ext cx="21694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Metric label two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95060" y="1828800"/>
            <a:ext cx="2571750" cy="2011680"/>
          </a:xfrm>
          <a:prstGeom prst="roundRect">
            <a:avLst>
              <a:gd name="adj" fmla="val 2273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96228" y="2057400"/>
            <a:ext cx="64008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96228" y="2240280"/>
            <a:ext cx="21694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98%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396228" y="3017520"/>
            <a:ext cx="21694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Metric label three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995410" y="1828800"/>
            <a:ext cx="2571750" cy="2011680"/>
          </a:xfrm>
          <a:prstGeom prst="roundRect">
            <a:avLst>
              <a:gd name="adj" fmla="val 2273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96578" y="2057400"/>
            <a:ext cx="64008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96578" y="2240280"/>
            <a:ext cx="21694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3x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9196578" y="3017520"/>
            <a:ext cx="21694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Metric label four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" y="4206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Use when a small set of hard numbers should carry the slide.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Where this is headed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828800"/>
            <a:ext cx="2571750" cy="2880360"/>
          </a:xfrm>
          <a:prstGeom prst="roundRect">
            <a:avLst>
              <a:gd name="adj" fmla="val 1778"/>
            </a:avLst>
          </a:prstGeom>
          <a:solidFill>
            <a:srgbClr val="241D1D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828800"/>
            <a:ext cx="2571750" cy="6400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5528" y="2048256"/>
            <a:ext cx="710946" cy="292608"/>
          </a:xfrm>
          <a:prstGeom prst="roundRect">
            <a:avLst>
              <a:gd name="adj" fmla="val 9375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048256"/>
            <a:ext cx="710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80" kern="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NOW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5528" y="2487168"/>
            <a:ext cx="2169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Phase one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95528" y="3035808"/>
            <a:ext cx="216941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Short description of the current stage.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94710" y="1828800"/>
            <a:ext cx="2571750" cy="2880360"/>
          </a:xfrm>
          <a:prstGeom prst="roundRect">
            <a:avLst>
              <a:gd name="adj" fmla="val 1778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95878" y="2084832"/>
            <a:ext cx="2169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NEXT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95878" y="2487168"/>
            <a:ext cx="2169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Phase two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595878" y="3035808"/>
            <a:ext cx="216941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Short description of what follows.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95060" y="1828800"/>
            <a:ext cx="2571750" cy="2880360"/>
          </a:xfrm>
          <a:prstGeom prst="roundRect">
            <a:avLst>
              <a:gd name="adj" fmla="val 1778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96228" y="2084832"/>
            <a:ext cx="2169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LATER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96228" y="2487168"/>
            <a:ext cx="2169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Phase three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396228" y="3035808"/>
            <a:ext cx="216941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Short description of the stage after.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995410" y="1828800"/>
            <a:ext cx="2571750" cy="2880360"/>
          </a:xfrm>
          <a:prstGeom prst="roundRect">
            <a:avLst>
              <a:gd name="adj" fmla="val 1778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96578" y="2084832"/>
            <a:ext cx="2169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FUTURE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196578" y="2487168"/>
            <a:ext cx="2169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Phase four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9196578" y="3035808"/>
            <a:ext cx="216941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Short description of the long-term goal.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SIX-CARD GRID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Offers, benefits or capabilities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78308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02536"/>
            <a:ext cx="68580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Card title one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One or two sentences of supporting detail.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002536"/>
            <a:ext cx="68580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Card title two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One or two sentences of supporting detail.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178308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2002536"/>
            <a:ext cx="68580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Card title three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One or two sentences of supporting detail.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4360" y="379476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4014216"/>
            <a:ext cx="68580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Card title four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22960" y="4709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One or two sentences of supporting detail.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43400" y="379476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4014216"/>
            <a:ext cx="68580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Card title five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572000" y="4709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One or two sentences of supporting detail.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092440" y="379476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4014216"/>
            <a:ext cx="68580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2104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Card title six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321040" y="4709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One or two sentences of supporting detail.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BUDGET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Line items and the headline figure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810512"/>
            <a:ext cx="6309360" cy="566928"/>
          </a:xfrm>
          <a:prstGeom prst="rect">
            <a:avLst/>
          </a:prstGeom>
          <a:solidFill>
            <a:srgbClr val="19151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105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Line item one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40680" y="18105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30,000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377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Line item two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40680" y="237744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12,000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2944368"/>
            <a:ext cx="6309360" cy="566928"/>
          </a:xfrm>
          <a:prstGeom prst="rect">
            <a:avLst/>
          </a:prstGeom>
          <a:solidFill>
            <a:srgbClr val="191515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9443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Line item three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40680" y="294436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12,000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351129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Line item four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40680" y="351129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10,000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4078224"/>
            <a:ext cx="6309360" cy="566928"/>
          </a:xfrm>
          <a:prstGeom prst="rect">
            <a:avLst/>
          </a:prstGeom>
          <a:solidFill>
            <a:srgbClr val="191515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0782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Line item five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40680" y="407822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6,000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4360" y="4736592"/>
            <a:ext cx="6309360" cy="68580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7365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Total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40680" y="47365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70,000 DKK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94360" y="560527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Caption or footnote about what the figures cover.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360920" y="1810512"/>
            <a:ext cx="4206240" cy="4023360"/>
          </a:xfrm>
          <a:prstGeom prst="roundRect">
            <a:avLst>
              <a:gd name="adj" fmla="val 1136"/>
            </a:avLst>
          </a:prstGeom>
          <a:solidFill>
            <a:srgbClr val="241D1D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60920" y="1810512"/>
            <a:ext cx="82296" cy="402336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35240" y="2048256"/>
            <a:ext cx="1773936" cy="292608"/>
          </a:xfrm>
          <a:prstGeom prst="roundRect">
            <a:avLst>
              <a:gd name="adj" fmla="val 9375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35240" y="204825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80" kern="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HEADLINE ASK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635240" y="24871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40,000 – 50,000 DKK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7635240" y="34747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Two or three sentences explaining the number: what it buys, and what covers the rest.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TWO-PANEL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Rationale beside next steps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783080"/>
            <a:ext cx="5943600" cy="3840480"/>
          </a:xfrm>
          <a:prstGeom prst="roundRect">
            <a:avLst>
              <a:gd name="adj" fmla="val 1190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73152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2128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Left panel heading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69748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First supporting point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Second supporting point, which can run to two lines if it needs the room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Third supporting point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Fourth supporting point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0" y="1783080"/>
            <a:ext cx="4709160" cy="3840480"/>
          </a:xfrm>
          <a:prstGeom prst="roundRect">
            <a:avLst>
              <a:gd name="adj" fmla="val 1190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0" y="2011680"/>
            <a:ext cx="73152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22128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Right panel heading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32320" y="274320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62672" y="27157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First step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132320" y="365760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62672" y="36301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Second step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132320" y="457200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662672" y="45445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Third step, which may wrap onto a second line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Process in three steps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828800"/>
            <a:ext cx="3429000" cy="2834640"/>
          </a:xfrm>
          <a:prstGeom prst="roundRect">
            <a:avLst>
              <a:gd name="adj" fmla="val 1613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103120"/>
            <a:ext cx="566928" cy="566928"/>
          </a:xfrm>
          <a:prstGeom prst="roundRect">
            <a:avLst>
              <a:gd name="adj" fmla="val 4839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Step one title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31012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One or two sentences describing this step.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83380" y="1828800"/>
            <a:ext cx="3429000" cy="2834640"/>
          </a:xfrm>
          <a:prstGeom prst="roundRect">
            <a:avLst>
              <a:gd name="adj" fmla="val 1613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57700" y="2103120"/>
            <a:ext cx="566928" cy="566928"/>
          </a:xfrm>
          <a:prstGeom prst="roundRect">
            <a:avLst>
              <a:gd name="adj" fmla="val 4839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5770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5770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Step two title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57700" y="331012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One or two sentences describing this step.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72400" y="1828800"/>
            <a:ext cx="3429000" cy="2834640"/>
          </a:xfrm>
          <a:prstGeom prst="roundRect">
            <a:avLst>
              <a:gd name="adj" fmla="val 1613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2103120"/>
            <a:ext cx="566928" cy="566928"/>
          </a:xfrm>
          <a:prstGeom prst="roundRect">
            <a:avLst>
              <a:gd name="adj" fmla="val 4839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4672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Step three title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46720" y="331012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One or two sentences describing this step.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Who's involved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828800"/>
            <a:ext cx="2571750" cy="2286000"/>
          </a:xfrm>
          <a:prstGeom prst="roundRect">
            <a:avLst>
              <a:gd name="adj" fmla="val 2000"/>
            </a:avLst>
          </a:prstGeom>
          <a:solidFill>
            <a:srgbClr val="191515"/>
          </a:solidFill>
          <a:ln w="12700">
            <a:solidFill>
              <a:srgbClr val="322828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777240" y="2560320"/>
            <a:ext cx="22059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5F5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IMAGE PLACEHOLDER</a:t>
            </a:r>
            <a:endParaRPr lang="en-US" sz="9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Headshot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4360" y="4279392"/>
            <a:ext cx="54864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434840"/>
            <a:ext cx="25717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Name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4754880"/>
            <a:ext cx="2571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Role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94710" y="1828800"/>
            <a:ext cx="2571750" cy="2286000"/>
          </a:xfrm>
          <a:prstGeom prst="roundRect">
            <a:avLst>
              <a:gd name="adj" fmla="val 2000"/>
            </a:avLst>
          </a:prstGeom>
          <a:solidFill>
            <a:srgbClr val="191515"/>
          </a:solidFill>
          <a:ln w="12700">
            <a:solidFill>
              <a:srgbClr val="32282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3577590" y="2560320"/>
            <a:ext cx="22059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5F5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IMAGE PLACEHOLDER</a:t>
            </a:r>
            <a:endParaRPr lang="en-US" sz="9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Headshot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94710" y="4279392"/>
            <a:ext cx="54864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94710" y="4434840"/>
            <a:ext cx="25717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Name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94710" y="4754880"/>
            <a:ext cx="2571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Role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95060" y="1828800"/>
            <a:ext cx="2571750" cy="2286000"/>
          </a:xfrm>
          <a:prstGeom prst="roundRect">
            <a:avLst>
              <a:gd name="adj" fmla="val 2000"/>
            </a:avLst>
          </a:prstGeom>
          <a:solidFill>
            <a:srgbClr val="191515"/>
          </a:solidFill>
          <a:ln w="12700">
            <a:solidFill>
              <a:srgbClr val="322828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6377940" y="2560320"/>
            <a:ext cx="22059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5F5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IMAGE PLACEHOLDER</a:t>
            </a:r>
            <a:endParaRPr lang="en-US" sz="9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Headshot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95060" y="4279392"/>
            <a:ext cx="54864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5060" y="4434840"/>
            <a:ext cx="25717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Name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95060" y="4754880"/>
            <a:ext cx="2571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Role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995410" y="1828800"/>
            <a:ext cx="2571750" cy="2286000"/>
          </a:xfrm>
          <a:prstGeom prst="roundRect">
            <a:avLst>
              <a:gd name="adj" fmla="val 2000"/>
            </a:avLst>
          </a:prstGeom>
          <a:solidFill>
            <a:srgbClr val="191515"/>
          </a:solidFill>
          <a:ln w="12700">
            <a:solidFill>
              <a:srgbClr val="322828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9178290" y="2560320"/>
            <a:ext cx="22059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5F5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IMAGE PLACEHOLDER</a:t>
            </a:r>
            <a:endParaRPr lang="en-US" sz="9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Headshot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995410" y="4279392"/>
            <a:ext cx="548640" cy="502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95410" y="4434840"/>
            <a:ext cx="25717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Name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995410" y="4754880"/>
            <a:ext cx="2571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Role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Option A vs option B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783080"/>
            <a:ext cx="5212080" cy="4114800"/>
          </a:xfrm>
          <a:prstGeom prst="roundRect">
            <a:avLst>
              <a:gd name="adj" fmla="val 1111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783080"/>
            <a:ext cx="5212080" cy="685800"/>
          </a:xfrm>
          <a:prstGeom prst="rect">
            <a:avLst/>
          </a:prstGeom>
          <a:solidFill>
            <a:srgbClr val="241D1D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1783080"/>
            <a:ext cx="5212080" cy="6400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Option 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27432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Point one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Point two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Point three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Point four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80760" y="1783080"/>
            <a:ext cx="5212080" cy="4114800"/>
          </a:xfrm>
          <a:prstGeom prst="roundRect">
            <a:avLst>
              <a:gd name="adj" fmla="val 1111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80760" y="1783080"/>
            <a:ext cx="5212080" cy="685800"/>
          </a:xfrm>
          <a:prstGeom prst="rect">
            <a:avLst/>
          </a:prstGeom>
          <a:solidFill>
            <a:srgbClr val="241D1D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783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Option 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355080" y="27432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Point one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Point two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Point three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5F5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Point four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737360"/>
            <a:ext cx="10972800" cy="3566160"/>
          </a:xfrm>
          <a:prstGeom prst="roundRect">
            <a:avLst>
              <a:gd name="adj" fmla="val 1282"/>
            </a:avLst>
          </a:prstGeom>
          <a:solidFill>
            <a:srgbClr val="241D1D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737360"/>
            <a:ext cx="82296" cy="356616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74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99000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A short, quotable line goes here, pulled from a partner, a judge or a press mention.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4343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Name, role or organisation</a:t>
            </a:r>
            <a:endParaRPr lang="en-US" sz="1300" dirty="0"/>
          </a:p>
        </p:txBody>
      </p:sp>
      <p:pic>
        <p:nvPicPr>
          <p:cNvPr id="7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67"/>
            </a:avLst>
          </a:prstGeom>
          <a:solidFill>
            <a:srgbClr val="191515"/>
          </a:solidFill>
          <a:ln w="12700">
            <a:solidFill>
              <a:srgbClr val="32282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82880" y="3017520"/>
            <a:ext cx="11825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5F5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IMAGE PLACEHOLDER</a:t>
            </a:r>
            <a:endParaRPr lang="en-US" sz="9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Full-bleed image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D0B0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760720"/>
            <a:ext cx="12191695" cy="54864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815584"/>
            <a:ext cx="10058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Caption or headline over the image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3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86000"/>
            <a:ext cx="277813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3063240"/>
            <a:ext cx="1097280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3246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94360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kontakt@dturaven.dk   ·   dturaven.com   ·   DTU Skylab, Kongens Lyngby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SYSTEM BREAKDOWN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Annotated hardware callouts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1783080"/>
            <a:ext cx="5669280" cy="4023360"/>
          </a:xfrm>
          <a:prstGeom prst="roundRect">
            <a:avLst>
              <a:gd name="adj" fmla="val 1136"/>
            </a:avLst>
          </a:prstGeom>
          <a:solidFill>
            <a:srgbClr val="191515"/>
          </a:solidFill>
          <a:ln w="12700">
            <a:solidFill>
              <a:srgbClr val="322828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3429000" y="33832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5F5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IMAGE PLACEHOLDER</a:t>
            </a:r>
            <a:endParaRPr lang="en-US" sz="9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Platform photo or CAD render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4360" y="1965960"/>
            <a:ext cx="365760" cy="365760"/>
          </a:xfrm>
          <a:prstGeom prst="roundRect">
            <a:avLst>
              <a:gd name="adj" fmla="val 7500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69848" y="1947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Flight controller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69848" y="22951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Short spec line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97480" y="2148840"/>
            <a:ext cx="457200" cy="0"/>
          </a:xfrm>
          <a:prstGeom prst="line">
            <a:avLst/>
          </a:prstGeom>
          <a:noFill/>
          <a:ln w="12700">
            <a:solidFill>
              <a:srgbClr val="32282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594360" y="3291840"/>
            <a:ext cx="365760" cy="365760"/>
          </a:xfrm>
          <a:prstGeom prst="roundRect">
            <a:avLst>
              <a:gd name="adj" fmla="val 7500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69848" y="3273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Companion computer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69848" y="3621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Short spec line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697480" y="3474720"/>
            <a:ext cx="457200" cy="0"/>
          </a:xfrm>
          <a:prstGeom prst="line">
            <a:avLst/>
          </a:prstGeom>
          <a:noFill/>
          <a:ln w="12700">
            <a:solidFill>
              <a:srgbClr val="322828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594360" y="4617720"/>
            <a:ext cx="365760" cy="365760"/>
          </a:xfrm>
          <a:prstGeom prst="roundRect">
            <a:avLst>
              <a:gd name="adj" fmla="val 7500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69848" y="4599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Comms link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69848" y="4946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Short spec line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697480" y="4800600"/>
            <a:ext cx="457200" cy="0"/>
          </a:xfrm>
          <a:prstGeom prst="line">
            <a:avLst/>
          </a:prstGeom>
          <a:noFill/>
          <a:ln w="12700">
            <a:solidFill>
              <a:srgbClr val="322828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9601200" y="1965960"/>
            <a:ext cx="365760" cy="365760"/>
          </a:xfrm>
          <a:prstGeom prst="roundRect">
            <a:avLst>
              <a:gd name="adj" fmla="val 7500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076688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Camera / gimbal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076688" y="22951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Short spec line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006840" y="2148840"/>
            <a:ext cx="457200" cy="0"/>
          </a:xfrm>
          <a:prstGeom prst="line">
            <a:avLst/>
          </a:prstGeom>
          <a:noFill/>
          <a:ln w="12700">
            <a:solidFill>
              <a:srgbClr val="322828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9601200" y="3291840"/>
            <a:ext cx="365760" cy="365760"/>
          </a:xfrm>
          <a:prstGeom prst="roundRect">
            <a:avLst>
              <a:gd name="adj" fmla="val 7500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012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76688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Payload mechanism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076688" y="36210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Short spec line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006840" y="3474720"/>
            <a:ext cx="457200" cy="0"/>
          </a:xfrm>
          <a:prstGeom prst="line">
            <a:avLst/>
          </a:prstGeom>
          <a:noFill/>
          <a:ln w="12700">
            <a:solidFill>
              <a:srgbClr val="322828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9601200" y="4617720"/>
            <a:ext cx="365760" cy="365760"/>
          </a:xfrm>
          <a:prstGeom prst="roundRect">
            <a:avLst>
              <a:gd name="adj" fmla="val 7500"/>
            </a:avLst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60120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076688" y="4599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Power system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076688" y="49469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Short spec line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006840" y="4800600"/>
            <a:ext cx="457200" cy="0"/>
          </a:xfrm>
          <a:prstGeom prst="line">
            <a:avLst/>
          </a:prstGeom>
          <a:noFill/>
          <a:ln w="12700">
            <a:solidFill>
              <a:srgbClr val="322828"/>
            </a:solidFill>
            <a:prstDash val="dash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One bar carries the story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5394960"/>
            <a:ext cx="10058400" cy="0"/>
          </a:xfrm>
          <a:prstGeom prst="line">
            <a:avLst/>
          </a:prstGeom>
          <a:noFill/>
          <a:ln w="12700">
            <a:solidFill>
              <a:srgbClr val="32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63040" y="4429354"/>
            <a:ext cx="1371600" cy="965606"/>
          </a:xfrm>
          <a:prstGeom prst="rect">
            <a:avLst/>
          </a:prstGeom>
          <a:solidFill>
            <a:srgbClr val="241D1D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63040" y="397215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72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63040" y="5504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2023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20440" y="3946550"/>
            <a:ext cx="1371600" cy="1448410"/>
          </a:xfrm>
          <a:prstGeom prst="rect">
            <a:avLst/>
          </a:prstGeom>
          <a:solidFill>
            <a:srgbClr val="241D1D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348935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108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520440" y="5504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2024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77840" y="3735324"/>
            <a:ext cx="1371600" cy="1659636"/>
          </a:xfrm>
          <a:prstGeom prst="rect">
            <a:avLst/>
          </a:prstGeom>
          <a:solidFill>
            <a:srgbClr val="241D1D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32781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124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577840" y="5504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2025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35240" y="2377440"/>
            <a:ext cx="1371600" cy="3017520"/>
          </a:xfrm>
          <a:prstGeom prst="rect">
            <a:avLst/>
          </a:prstGeom>
          <a:solidFill>
            <a:srgbClr val="990000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3524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140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635240" y="5504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2026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Axis label or unit  ·  add a one-line takeaway here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965960"/>
            <a:ext cx="91440" cy="265176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920240"/>
            <a:ext cx="9601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A single sentence that</a:t>
            </a:r>
            <a:endParaRPr lang="en-US" sz="3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states what you believe,</a:t>
            </a:r>
            <a:endParaRPr lang="en-US" sz="3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set large and unhurried.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4800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Supporting line, attribution or context</a:t>
            </a:r>
            <a:endParaRPr lang="en-US" sz="14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PARTNERS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Who backs this work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LEAD PARTNER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121408"/>
            <a:ext cx="3520440" cy="1371600"/>
          </a:xfrm>
          <a:prstGeom prst="roundRect">
            <a:avLst>
              <a:gd name="adj" fmla="val 3333"/>
            </a:avLst>
          </a:prstGeom>
          <a:solidFill>
            <a:srgbClr val="241D1D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2121408"/>
            <a:ext cx="3520440" cy="6400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12140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F5F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Logo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SUPPORTING PARTNERS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2121408"/>
            <a:ext cx="2240280" cy="1371600"/>
          </a:xfrm>
          <a:prstGeom prst="roundRect">
            <a:avLst>
              <a:gd name="adj" fmla="val 3333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2121408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5F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Logo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49440" y="2121408"/>
            <a:ext cx="2240280" cy="1371600"/>
          </a:xfrm>
          <a:prstGeom prst="roundRect">
            <a:avLst>
              <a:gd name="adj" fmla="val 3333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2121408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5F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Logo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326880" y="2121408"/>
            <a:ext cx="2240280" cy="1371600"/>
          </a:xfrm>
          <a:prstGeom prst="roundRect">
            <a:avLst>
              <a:gd name="adj" fmla="val 3333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0" y="2121408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5F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Logo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IN KIND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4360" y="4133088"/>
            <a:ext cx="2148840" cy="1143000"/>
          </a:xfrm>
          <a:prstGeom prst="roundRect">
            <a:avLst>
              <a:gd name="adj" fmla="val 4000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4133088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5F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Logo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880360" y="4133088"/>
            <a:ext cx="2148840" cy="1143000"/>
          </a:xfrm>
          <a:prstGeom prst="roundRect">
            <a:avLst>
              <a:gd name="adj" fmla="val 4000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80360" y="4133088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5F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Logo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166360" y="4133088"/>
            <a:ext cx="2148840" cy="1143000"/>
          </a:xfrm>
          <a:prstGeom prst="roundRect">
            <a:avLst>
              <a:gd name="adj" fmla="val 4000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66360" y="4133088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5F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Logo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452360" y="4133088"/>
            <a:ext cx="2148840" cy="1143000"/>
          </a:xfrm>
          <a:prstGeom prst="roundRect">
            <a:avLst>
              <a:gd name="adj" fmla="val 4000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52360" y="4133088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5F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Logo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738360" y="4133088"/>
            <a:ext cx="2148840" cy="1143000"/>
          </a:xfrm>
          <a:prstGeom prst="roundRect">
            <a:avLst>
              <a:gd name="adj" fmla="val 4000"/>
            </a:avLst>
          </a:prstGeom>
          <a:solidFill>
            <a:srgbClr val="191515"/>
          </a:solidFill>
          <a:ln w="9525">
            <a:solidFill>
              <a:srgbClr val="32282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738360" y="4133088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5F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Logo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168" cy="685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5256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68C8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MISSION PROFILE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Sequence from launch to recovery</a:t>
            </a:r>
            <a:endParaRPr lang="en-US" sz="2800" dirty="0"/>
          </a:p>
        </p:txBody>
      </p:sp>
      <p:pic>
        <p:nvPicPr>
          <p:cNvPr id="5" name="Image 0" descr="assets/raven_lock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885" y="6236208"/>
            <a:ext cx="1212275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17320" y="3200400"/>
            <a:ext cx="9144000" cy="0"/>
          </a:xfrm>
          <a:prstGeom prst="line">
            <a:avLst/>
          </a:prstGeom>
          <a:noFill/>
          <a:ln w="19050">
            <a:solidFill>
              <a:srgbClr val="32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89304" y="3072384"/>
            <a:ext cx="256032" cy="256032"/>
          </a:xfrm>
          <a:prstGeom prst="ellipse">
            <a:avLst/>
          </a:prstGeom>
          <a:solidFill>
            <a:srgbClr val="241D1D"/>
          </a:solidFill>
          <a:ln w="15875">
            <a:solidFill>
              <a:srgbClr val="3228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Launch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Vertical takeoff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75304" y="3072384"/>
            <a:ext cx="256032" cy="256032"/>
          </a:xfrm>
          <a:prstGeom prst="ellipse">
            <a:avLst/>
          </a:prstGeom>
          <a:solidFill>
            <a:srgbClr val="241D1D"/>
          </a:solidFill>
          <a:ln w="15875">
            <a:solidFill>
              <a:srgbClr val="3228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0" y="3675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Transition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743200" y="4023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Rotor to forward flight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06440" y="3017520"/>
            <a:ext cx="365760" cy="365760"/>
          </a:xfrm>
          <a:prstGeom prst="ellipse">
            <a:avLst/>
          </a:prstGeom>
          <a:solidFill>
            <a:srgbClr val="990000"/>
          </a:solidFill>
          <a:ln w="15875">
            <a:solidFill>
              <a:srgbClr val="99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Survey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Autonomous waypoints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47304" y="3072384"/>
            <a:ext cx="256032" cy="256032"/>
          </a:xfrm>
          <a:prstGeom prst="ellipse">
            <a:avLst/>
          </a:prstGeom>
          <a:solidFill>
            <a:srgbClr val="241D1D"/>
          </a:solidFill>
          <a:ln w="15875">
            <a:solidFill>
              <a:srgbClr val="3228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3675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0" y="4023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Payload release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433304" y="3072384"/>
            <a:ext cx="256032" cy="256032"/>
          </a:xfrm>
          <a:prstGeom prst="ellipse">
            <a:avLst/>
          </a:prstGeom>
          <a:solidFill>
            <a:srgbClr val="241D1D"/>
          </a:solidFill>
          <a:ln w="15875">
            <a:solidFill>
              <a:srgbClr val="3228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5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Recovery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0120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Return and land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8C8C"/>
                </a:solidFill>
                <a:latin typeface="Satoshi Light" pitchFamily="34" charset="0"/>
                <a:ea typeface="Satoshi Light" pitchFamily="34" charset="-122"/>
                <a:cs typeface="Satoshi Light" pitchFamily="34" charset="-120"/>
              </a:rPr>
              <a:t>Add a one-line note about timing, distance or scoring beneath the track.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DTU RAVEN - Presentation Template</dc:title>
  <dc:subject>PptxGenJS Presentation</dc:subject>
  <dc:creator>DTU RAVEN</dc:creator>
  <cp:lastModifiedBy>DTU RAVEN</cp:lastModifiedBy>
  <cp:revision>1</cp:revision>
  <dcterms:created xsi:type="dcterms:W3CDTF">2026-08-04T17:54:22Z</dcterms:created>
  <dcterms:modified xsi:type="dcterms:W3CDTF">2026-08-04T17:54:22Z</dcterms:modified>
</cp:coreProperties>
</file>